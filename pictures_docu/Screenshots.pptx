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19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C22985-089C-5992-0CC4-527BC0E16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39A8D5-3539-3918-53EF-9AE2C27C7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37CF1E-0C40-2FCE-9452-4EC3BFDD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021375-E1D2-34C2-2E38-EB175DE4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DA5CA7-E055-0C4A-8737-F02C9272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66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447E9-BC1C-7C24-BBEA-21B66AD20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C481E6-00FF-1264-DC2D-8107C0887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D220F4-0F49-DAFC-3622-ECE64EF5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D1F0DB-C16B-9027-3476-47B4D4F9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E72EE-567F-D538-8C45-F61630C8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27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C47C6-1D3E-FA65-496F-FF5959B2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948A8B-ED4C-40EA-C086-E1921D4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07D90A-4507-6117-B60C-7CC54F71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476B9-06FC-F4B0-3A41-ED0369DC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25EBBB-3BE7-7824-E09B-996ADF8F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B2447-CE5D-1B19-2B6D-A0498540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432A44-9FC1-E525-B682-774E277D1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A0FAFF-B852-B454-7786-F30F24CC4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77E6AA-1E54-3488-5FFB-DCA18335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D16335-CEC2-FBCB-1CAD-0D908E48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5B5D11-02CF-CD27-3417-F69D4E6C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753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E5C25-D443-8336-5E05-740BC951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AC1C6C-49D3-4780-6015-CA3F98667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3646CB-200E-0459-410D-A637E64FE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25F350-AF41-56FF-E6D9-7524C0341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5CFCF8-1B5C-3B2D-9779-6EC8A2FC6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E72CC5-A8AE-E37A-B2C2-14EC1831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068DF4-70AA-8457-0CF2-9C1108F5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491C040-B6D8-B2CC-6AF7-02738F66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13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6706D-0925-F726-6BAC-A3705797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DC8FC9-0DF5-FE7B-2BE7-CD6C0F96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26AAFC-F34A-6450-C47D-1183CEB4D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406E9A-8F48-6DB3-609D-6405576B0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80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5A867D-797B-D048-6EE2-3E90D692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144D33-922D-2D0B-5812-6BE4E694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E39086-EC35-D288-1F50-08BE5816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78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A8BD12-8134-21AE-09DB-0DFBED02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BE992A-0175-E255-E433-1D44FBB2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8330BA-635E-C176-EBB4-E76BA75B7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F70E97-B8C1-1AD8-0D1C-9EC00AFD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F54580-3ACD-C044-053A-50D548D7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6FBFDE-DF14-A966-86AA-962F3179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36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0F793-A612-90BB-90EA-3B258B73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7EE8A7F-9952-523E-65C6-D81B63DC3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2150DB-470B-D3D0-969A-6AD9C4128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AD4EC6-D0CE-48E4-255D-2FA87CB6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E8A9BF-521A-2AF9-FA51-E7A364FF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CFD264-A82D-3871-1FCE-1989D53A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20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D5B225-31E7-B0A1-9E96-C5895F75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926083-36DF-43D2-9A00-530B614A3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E4735A-9684-9371-B2B7-1A6875A2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965B70-4672-7503-1D4A-17C40B03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E4DE6B-C282-9D47-0D5B-49183ADE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525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73A6010-7C8C-F66C-403D-A3E04F8B4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D61675F-2D9B-2DFE-D56C-A28E73AF0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4F77F6-AEBF-C805-756E-8647C48D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385A96-1F19-C67C-C1D9-3DA71C95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BB8157-A78C-4012-7054-C4DED8DF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310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48EA170-97CD-FE2C-E361-D407DF70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FB43AB-B0C2-1558-A3DA-E062F439E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F4CFE5-6E86-31A4-E03E-82EAC4DFA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67988-F08A-4225-9414-77C03A609631}" type="datetimeFigureOut">
              <a:rPr lang="de-DE" smtClean="0"/>
              <a:t>07.02.2026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DED293-8857-8391-2934-BA196EFC3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93D30C-840A-842D-B92B-151A22B53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CA824-B48B-40B7-8F70-E30BF99626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548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Computer,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FDA55687-1ED0-9CFA-224B-955F371F4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323416"/>
            <a:ext cx="8583223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47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B87BE546-6888-2CC0-91CF-FCE6B7796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839" y="2690709"/>
            <a:ext cx="337232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91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D52F802-2A7E-D927-A7FB-41F5CB627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03" y="2695472"/>
            <a:ext cx="3362794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1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4F9B17CA-5D33-02F9-C23F-18478E44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1423707"/>
            <a:ext cx="8726118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5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AF855791-D73F-F220-4A9C-3919F5F45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2633551"/>
            <a:ext cx="7401958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2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FDFDEAAE-1942-6B6E-BBAF-36F0CE59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79" y="332943"/>
            <a:ext cx="6563641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Software, parallel enthält.&#10;&#10;KI-generierte Inhalte können fehlerhaft sein.">
            <a:extLst>
              <a:ext uri="{FF2B5EF4-FFF2-40B4-BE49-F238E27FC236}">
                <a16:creationId xmlns:a16="http://schemas.microsoft.com/office/drawing/2014/main" id="{08A1A78A-BA42-AACE-626C-E3AE7CD6A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341" y="0"/>
            <a:ext cx="6979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6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huth</dc:creator>
  <cp:lastModifiedBy>tobias huth</cp:lastModifiedBy>
  <cp:revision>3</cp:revision>
  <dcterms:created xsi:type="dcterms:W3CDTF">2026-02-07T09:01:27Z</dcterms:created>
  <dcterms:modified xsi:type="dcterms:W3CDTF">2026-02-07T16:50:52Z</dcterms:modified>
</cp:coreProperties>
</file>